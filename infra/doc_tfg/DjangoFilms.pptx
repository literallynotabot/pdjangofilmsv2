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Django Films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Una experiencia social para los amantes del cine.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Navega, descubre, opina y comparte películas.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Completamente desarrollada por un único autor.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¿Qué es Django Films?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Un híbrido entre base de datos de películas, diario personal y red social.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Inspirado en Letterboxd, potenciado con tecnologías modernas.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Simular un ciclo completo de desarrollo web moderno: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Arquitectura frontend y backend.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Integraciones reales (pagos, APIs).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Escalabilidad, seguridad y despliegue.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Características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Registro e inicio de sesión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Consultas avanzadas de películas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Diario personal y valoraciones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Comunidad e interacciones sociales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Tienda con pasarela de pago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- Notificaciones y chat en tiempo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Frontend (React)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SPA con React 18 y Vite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Tailwind CSS para estilos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Zustand para gestión de estado global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Hooks personalizados y arquitectura modular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Backend (Django)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Django REST Framework para API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JWT + DRF Spectacular para seguridad y documentación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WebSockets con Django Channels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PostgreSQL + Redis + ElasticSearch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Comunicaciones y tiempo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WebSockets con Django Channels y Redis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Rooms de chat y feeds de actividad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Middleware lógico con control de origen y API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Pasarela de pagos y tienda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Stripe integrado con lógica real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Mock de productos via FakeStore API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Carrito de compras y pedidos efectivos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Confirmaciones visuales y tracking de orden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Infraestructura y despliegue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Docker + Docker Compose para consistencia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Render (backend) y Vercel (frontend)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Control de versiones con Git y GitHub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Separación clara de entornos dev/prod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Pruebas y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Pruebas manuales caja negra y blanca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Control de errores con interceptores y helpers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Validación robusta en formularios y API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Tests en Postman y entorno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Viabilidad y futuro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Coste económico nulo (versiones gratuitas)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Preparado para escalar a producción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• Posibles mejoras: dashboards, moderación, internacionalización, tests automáticos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29600"/>
            <a:ext cx="146304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61a9165-fc6a-4141-a184-44aeb62759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8000"/>
            <a:ext cx="2800000" cy="7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007999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Este proyecto demuestra no solo capacidad técnica,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sino también visión de producto, diseño y ejecución integral.</a:t>
            </a:r>
          </a:p>
          <a:p>
            <a:pPr algn="l">
              <a:defRPr sz="3000">
                <a:solidFill>
                  <a:srgbClr val="FFFFFF"/>
                </a:solidFill>
              </a:defRPr>
            </a:pPr>
            <a:endParaRPr/>
          </a:p>
          <a:p>
            <a:pPr algn="l">
              <a:defRPr sz="3000">
                <a:solidFill>
                  <a:srgbClr val="FFFFFF"/>
                </a:solidFill>
              </a:defRPr>
            </a:pPr>
            <a:r>
              <a:t>Gracias por tu atención.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367</Words>
  <Application>Microsoft Office PowerPoint</Application>
  <PresentationFormat>Custom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Matías Padrón</cp:lastModifiedBy>
  <cp:revision>2</cp:revision>
  <dcterms:created xsi:type="dcterms:W3CDTF">2013-01-27T09:14:16Z</dcterms:created>
  <dcterms:modified xsi:type="dcterms:W3CDTF">2025-06-20T09:44:47Z</dcterms:modified>
  <cp:category/>
</cp:coreProperties>
</file>